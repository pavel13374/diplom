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13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130"/>
                </a:solidFill>
                <a:latin typeface="Calibri"/>
              </a:rPr>
              <a:t>Эпизодный recall при FP ≈ 2%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Сигнатуры (regex)</c:v>
                  </c:pt>
                  <c:pt idx="1">
                    <c:v>ML-детектор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82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1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1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1E3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61E3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41248" y="2606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Автоматизированное обнаружение угроз в процессе разработки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0632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SecDevOps · GitLab · MITRE ATT&amp;CK · UEBA · ML · LLM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пояснительная презентация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· формулы метрик · вывод каждой цифры · интерфейс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решаем и почему это трудно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Вопрос: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обнаружить вредоносную активность внутри процесса разработки (коммиты, MR, CI/CD, токены, права в GitLab)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готовой разметки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как это делает настоящий SOC, видя только сырой поток событий?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004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23160" y="32004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712464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7124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меток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23160" y="371246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не знает заранее, где атака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24528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2245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42245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аномалий &lt; 1%, норма подавляет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36592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7365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Уклонение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23160" y="47365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low-and-slow, инсайдер, новизна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48656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2486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23160" y="524865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ночная работа, упавшие CI, draft-MR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55448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принцип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224028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никогда не видит меток симулятора.
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получает только наблюдаемые поля: кто, когда, в каком репозитории, что сделал, какой контент закоммитил.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«это атака» живёт в другом слое и используется только постфактум — при подсчёте точности.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на чистом Python (stdlib) + Flask. ML (scikit-learn) и LLM (Ollama) опциональны — без них система работает на детерминированных фолбэках.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половины и общий журнал посередине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383280" cy="566928"/>
          </a:xfrm>
          <a:prstGeom prst="roundRect">
            <a:avLst>
              <a:gd name="adj" fmla="val 14516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 (мир)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webapp.py · :8787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агентов + планировщик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REST API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банки контента, время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red_team: атаки-кампании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337560" cy="3200400"/>
          </a:xfrm>
          <a:prstGeom prst="roundRect">
            <a:avLst>
              <a:gd name="adj" fmla="val 2857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737360"/>
            <a:ext cx="3337560" cy="566928"/>
          </a:xfrm>
          <a:prstGeom prst="roundRect">
            <a:avLst>
              <a:gd name="adj" fmla="val 14516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7373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СОБЫТИЙ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20848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event-store · SQLite/WAL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0872" y="260604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канал связи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курсор чтения (переживает рестарт)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content_features на пуше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команд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17373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737360"/>
            <a:ext cx="3383280" cy="566928"/>
          </a:xfrm>
          <a:prstGeom prst="roundRect">
            <a:avLst>
              <a:gd name="adj" fmla="val 14516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7373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(SOC)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084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console.py · :8788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31352" y="26060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детектор: правила + UEBA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→ инциденты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ATT&amp;CK, LLM-триаж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отчёты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50208" y="3154680"/>
            <a:ext cx="457200" cy="32004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3813048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90688" y="3154680"/>
            <a:ext cx="457200" cy="32004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7653528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так?  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— методологическая гарантия честности. Детектор физически не может заглянуть в разметку: в журнале её нет (меты-поля срезаются при чтении). Плюс реализм — в настоящем SOC источник событий и средство анализа тоже разные системы, соединённые шиной.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ОЦЕНКИ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Принцип «анти-лик»: детектор не видит ответов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Лик (утечка разметки)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когда модель решает по признаку, недоступному на практике. Положи в фичи «это атака» — получишь 100% точности, которая ничего не значит. Здесь этого не может случиться by design.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532120" cy="3383280"/>
          </a:xfrm>
          <a:prstGeom prst="roundRect">
            <a:avLst>
              <a:gd name="adj" fmla="val 2703"/>
            </a:avLst>
          </a:prstGeom>
          <a:solidFill>
            <a:srgbClr val="0F152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run_defense.py — срез разметки перед детектором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 = {"is_anomaly","anomaly_type","family",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"is_decisive","episode_id","campaign_id",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"technique_id","tactic","evasion_profile",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"secret_type","persona","motive","dwell_days"}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observed(ev):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{k:v for k,v in ev.items()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k not in LEAK}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2468880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детектор реально видит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30632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</a:t>
            </a:r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кто (без имени-роли как метки)</a:t>
            </a:r>
            <a:endParaRPr lang="en-US" sz="1300" dirty="0"/>
          </a:p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ts_sim, hour, is_night, is_weekend</a:t>
            </a:r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когда</a:t>
            </a:r>
            <a:endParaRPr lang="en-US" sz="1300" dirty="0"/>
          </a:p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project, action, path, ext, bytes</a:t>
            </a:r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что и где</a:t>
            </a:r>
            <a:endParaRPr lang="en-US" sz="1300" dirty="0"/>
          </a:p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content_features</a:t>
            </a:r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энтропия, secret-сигнатуры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Проверяется тестом </a:t>
            </a:r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antileak</a:t>
            </a:r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если метка просочилась в фичи — тест падает.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(точность, покрытие) считаются в отдельном слое, которому лик разрешён — но уже постфактум, не влияя на само решение детектора.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Стек обнаружения: два слоя + слияние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28016" cy="1371600"/>
          </a:xfrm>
          <a:prstGeom prst="roundRect">
            <a:avLst>
              <a:gd name="adj" fmla="val 35714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83794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· Правила (Detection-as-Code)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20370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JSON-правил. Условие по наблюдаемым полям → alert + техника/тактика ATT&amp;CK. Точность и объяснимость; ловит известные приёмы.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7315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09544"/>
            <a:ext cx="128016" cy="1371600"/>
          </a:xfrm>
          <a:prstGeom prst="roundRect">
            <a:avLst>
              <a:gd name="adj" fmla="val 35714"/>
            </a:avLst>
          </a:prstGeom>
          <a:solidFill>
            <a:srgbClr val="0E7C8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666744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3558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UEBA (поведение)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72160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нормы актора на потоке (часы, репо, действия). Скор новизны без меток. Ловит неизвестное, инсайдера, уклонение.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7315200" cy="1371600"/>
          </a:xfrm>
          <a:prstGeom prst="roundRect">
            <a:avLst>
              <a:gd name="adj" fmla="val 600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727448"/>
            <a:ext cx="128016" cy="1371600"/>
          </a:xfrm>
          <a:prstGeom prst="roundRect">
            <a:avLst>
              <a:gd name="adj" fmla="val 35714"/>
            </a:avLst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5184648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87375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(слияние рисков)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239512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объединяет сработки слоёв в один риск события. Согласие слоёв повышает уверенность выше каждого по отдельности.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1691640"/>
            <a:ext cx="3520440" cy="4544568"/>
          </a:xfrm>
          <a:prstGeom prst="roundRect">
            <a:avLst>
              <a:gd name="adj" fmla="val 2597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104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одного события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228600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→ observed()</a:t>
            </a:r>
            <a:endParaRPr lang="en-US" sz="12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L0: проверка всех правил</a:t>
            </a:r>
            <a:endParaRPr lang="en-US" sz="12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UEBA-скор (до update)</a:t>
            </a:r>
            <a:endParaRPr lang="en-US" sz="12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→ итоговый риск</a:t>
            </a:r>
            <a:endParaRPr lang="en-US" sz="12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≥ порога → alert</a:t>
            </a:r>
            <a:endParaRPr lang="en-US" sz="12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подавление дублей</a:t>
            </a:r>
            <a:endParaRPr lang="en-US" sz="12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коррелятор (инцидент)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process() вызывается ровно один раз на событие: повторный вызов дважды обновил бы UEBA-профиль актора.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L0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Правила: обнаружение как код (Detection-as-Code)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0F152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detections/secret-signature-commit.json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"secret-signature-commit",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"Сигнатура секрета в коммите",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"technique": "T1552.001",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"tactic": "Credential Access",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"severity": "critical",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"risk": 0.92,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"when":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"action": "push",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"n_regex_hits": { "&gt;=": 1 },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"placeholder_signal": false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матчер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031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условие по наблюдаемым полям; срабатывает, если выполнены ВСЕ подусловия</a:t>
            </a:r>
            <a:endParaRPr lang="en-US" sz="1300" dirty="0"/>
          </a:p>
          <a:p>
            <a:pPr algn="l" marL="177800" indent="-177800">
              <a:buSzPct val="100000"/>
              <a:buChar char="•"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Операторы: </a:t>
            </a:r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 &gt;  &lt;=  &lt;  ne  in  nin  contains</a:t>
            </a:r>
            <a:endParaRPr lang="en-US" sz="13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Отдаёт: технику/тактику ATT&amp;CK, severity, базовый risk (уверенность правила), причину</a:t>
            </a:r>
            <a:endParaRPr lang="en-US" sz="13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JSON — работает без pyyaml; правило правится и добавляется без изменения логики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48920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49834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Сила: 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точность, объяснимость, готовый маппинг на ATT&amp;CK.   </a:t>
            </a:r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Слабость: 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ловит только заранее описанное.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L1 · ФОРМУЛЫ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UEBA: скоринг новизны поведения без меток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Суммарный риск новизны для события (порог тревоги τ = 0.45):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pic>
        <p:nvPicPr>
          <p:cNvPr id="6" name="Image 0" descr="/sessions/nice-tender-bohr/mnt/outputs/fx/ue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12848"/>
            <a:ext cx="7863840" cy="7562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сигналов (эмпирические, из config):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pic>
        <p:nvPicPr>
          <p:cNvPr id="9" name="Image 1" descr="/sessions/nice-tender-bohr/mnt/outputs/fx/ueba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75888"/>
            <a:ext cx="8778240" cy="4608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617720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61772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репозиторий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20440" y="461772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+0.30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34840" y="46177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актор раньше не работал в этом проекте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5047488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504748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Ночная активность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20440" y="50474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+0.20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34840" y="504748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час, которого у актора почти не бывает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5477256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547725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Редкое действие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520440" y="547725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+0.20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434840" y="5477256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действие, которого он раньше не совершал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5907024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" y="590702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Всплеск (velocity)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520440" y="590702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+0.15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5907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событий в окне 30 мин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прогревается: до 12 событий актора скор не выдаётся. Обновление профиля — ПОСЛЕ скоринга, иначе событие «училось бы на себе».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СЛИЯНИЕ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Fusion: noisy-OR — согласие слоёв повышает уверенность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pic>
        <p:nvPicPr>
          <p:cNvPr id="5" name="Image 0" descr="/sessions/nice-tender-bohr/mnt/outputs/fx/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011680"/>
            <a:ext cx="3657600" cy="9180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формула слияния рисков сработавших слоёв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правило + UEBA про одно событие</a:t>
            </a:r>
            <a:endParaRPr lang="en-US" sz="1250" dirty="0"/>
          </a:p>
        </p:txBody>
      </p:sp>
      <p:pic>
        <p:nvPicPr>
          <p:cNvPr id="9" name="Image 1" descr="/sessions/nice-tender-bohr/mnt/outputs/fx/fusion_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03320"/>
            <a:ext cx="4846320" cy="5285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r_rules=0.9, r_ueba=0.5  →  R = 1−0.1·0.5 = 0.95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3063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Свойство</a:t>
            </a:r>
            <a:endParaRPr lang="en-US" sz="1250" dirty="0"/>
          </a:p>
        </p:txBody>
      </p:sp>
      <p:pic>
        <p:nvPicPr>
          <p:cNvPr id="13" name="Image 2" descr="/sessions/nice-tender-bohr/mnt/outputs/fx/noisyor_g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675888"/>
            <a:ext cx="2377440" cy="5779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никогда не ниже сильнейшего сигнала;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независимых слоя ⇒ выше каждого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475488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Альтернатива — max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(консервативно, берём максимум).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Подавление дублей (Suppressor):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одинаковая пара (актор, правило) в окне 60 мин считается повтором и подавляется — борьба с alert fatigue, как в реальном SOC.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алертов к инцидентам: сборка kill-chain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Коррелятор склеивает алерты ОДНОГО актора в общем окне (180 sim-мин) в единый инцидент.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305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по макс. риску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≥ 0.85 · high ≥ 0.6 · medium ≥ 0.4 · иначе low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35224"/>
            <a:ext cx="5486400" cy="786384"/>
          </a:xfrm>
          <a:prstGeom prst="roundRect">
            <a:avLst>
              <a:gd name="adj" fmla="val 6977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0837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is_campaign (многошаговая)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3192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задействовано ≥ 2 разных тактик (кроме чисто поведенческой)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13048"/>
            <a:ext cx="54864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8620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id инцидента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19709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выводится из актора и времени старта → вердикты и статусы переживают рестарт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90872"/>
            <a:ext cx="5486400" cy="786384"/>
          </a:xfrm>
          <a:prstGeom prst="roundRect">
            <a:avLst>
              <a:gd name="adj" fmla="val 6977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6402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kill-chain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накопленные шаги: техники, тактики, репозитории, риски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91072" y="1810512"/>
            <a:ext cx="538581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pic>
        <p:nvPicPr>
          <p:cNvPr id="18" name="Image 0" descr="/sessions/nice-tender-bohr/mnt/outputs/screenshot-1785221920964-1ae16dc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74520"/>
            <a:ext cx="5257800" cy="234086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расследование многошагового инцидента — таймлайн с техниками T1485 (Impact) и T1562 (Defense Evasion), ссылки в GitLab, поток статусов и вердикт TP/FP.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· КОНСОЛЬ ЗАЩИТЫ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Обзор SOC: живые показатели прогона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4632" y="1536192"/>
            <a:ext cx="7763256" cy="3526841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pic>
        <p:nvPicPr>
          <p:cNvPr id="5" name="Image 0" descr="/sessions/nice-tender-bohr/mnt/outputs/screenshot-1785221860149-9754acf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635240" cy="33988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91640"/>
            <a:ext cx="3154680" cy="1060704"/>
          </a:xfrm>
          <a:prstGeom prst="roundRect">
            <a:avLst>
              <a:gd name="adj" fmla="val 7759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41080" y="18013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29 510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641080" y="23774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 в журнале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58200" y="2862072"/>
            <a:ext cx="3154680" cy="1060704"/>
          </a:xfrm>
          <a:prstGeom prst="roundRect">
            <a:avLst>
              <a:gd name="adj" fmla="val 7759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41080" y="2971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641080" y="35478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4032504"/>
            <a:ext cx="3154680" cy="1060704"/>
          </a:xfrm>
          <a:prstGeom prst="roundRect">
            <a:avLst>
              <a:gd name="adj" fmla="val 7759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41080" y="414223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641080" y="47183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кампаний выявлено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58200" y="5202936"/>
            <a:ext cx="3154680" cy="1060704"/>
          </a:xfrm>
          <a:prstGeom prst="roundRect">
            <a:avLst>
              <a:gd name="adj" fmla="val 7759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41080" y="531266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8641080" y="588873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ATT&amp;CK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здоровья: детектор — 38 правил, поведение (UEBA) — 6 техник, модель (LLM) — готова, авто-триаж — включён. Ниже — живая лента детектов и очередь инцидентов.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здесь за ML и где он работает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6"/>
          </a:solidFill>
          <a:ln w="12700">
            <a:solidFill>
              <a:srgbClr val="F4D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живом потоке защиты работает связка правила + UEBA + корреляция. Отдельный ML-детектор — доказательная (исследовательская) часть, отвечающая комиссии на вопрос «зачем ML, если есть regex?».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(~22)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поведенческие: </a:t>
            </a:r>
            <a:pPr algn="l"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час, ночь, выходной, one-hot действия (push, mr_merge, token_create, …)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контентные: </a:t>
            </a:r>
            <a:pPr algn="l"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n_regex_hits, энтропия, secret-имя файла, плейсхолдер, high-entropy токен, log(bytes)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производные: </a:t>
            </a:r>
            <a:pPr algn="l"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env/vault/secret, репозиторий soc-secrets, «ночь × секрет»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(без внешних зависимостей)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2004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scikit-learn → </a:t>
            </a:r>
            <a:pPr algn="l"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→ </a:t>
            </a:r>
            <a:pPr algn="l"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логистическая регрессия на чистом Python (нормализация, баланс классов, L2)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анти-лик: </a:t>
            </a:r>
            <a:pPr algn="l"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вход только наблюдаемые поля; метки — отдельно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5394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доказательство про ML воспроизводится на любом ПК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· ФОРМУЛЫ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и честная (SOC-овская) оценка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(логрег / сигмоида)</a:t>
            </a:r>
            <a:endParaRPr lang="en-US" sz="1300" dirty="0"/>
          </a:p>
        </p:txBody>
      </p:sp>
      <p:pic>
        <p:nvPicPr>
          <p:cNvPr id="6" name="Image 0" descr="/sessions/nice-tender-bohr/mnt/outputs/fx/logr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75688"/>
            <a:ext cx="5852160" cy="5852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770632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889504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под бюджет ложных срабатываний (FP ≤ 2% на норме)</a:t>
            </a:r>
            <a:endParaRPr lang="en-US" sz="1300" dirty="0"/>
          </a:p>
        </p:txBody>
      </p:sp>
      <p:pic>
        <p:nvPicPr>
          <p:cNvPr id="9" name="Image 1" descr="/sessions/nice-tender-bohr/mnt/outputs/fx/thresh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46120"/>
            <a:ext cx="4572000" cy="5202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941064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4059936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без привязки к порогу (AUC)</a:t>
            </a:r>
            <a:endParaRPr lang="en-US" sz="1300" dirty="0"/>
          </a:p>
        </p:txBody>
      </p:sp>
      <p:pic>
        <p:nvPicPr>
          <p:cNvPr id="12" name="Image 2" descr="/sessions/nice-tender-bohr/mnt/outputs/fx/au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16552"/>
            <a:ext cx="5029200" cy="4764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5111496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77240" y="523036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Эпизодный recall — поймали ли атаку, а не каждый шаг</a:t>
            </a:r>
            <a:endParaRPr lang="en-US" sz="1300" dirty="0"/>
          </a:p>
        </p:txBody>
      </p:sp>
      <p:pic>
        <p:nvPicPr>
          <p:cNvPr id="15" name="Image 3" descr="/sessions/nice-tender-bohr/mnt/outputs/fx/recall_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586984"/>
            <a:ext cx="5120640" cy="9857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делится по ЭПИЗОДАМ (шаги одной атаки не растекаются между train/test — иначе это тоже лик). Novelty-holdout: учимся на одних семействах, проверяемся на невиданных.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· ЗАЧЕМ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против сигнатурного baseline (regex)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сопоставимом бюджете ложных срабатываний ML ловит больше атак, чем голые сигнатуры — потому что видит поведение и контент вместе, а не только известный паттерн.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8600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2286000"/>
            <a:ext cx="5212080" cy="3383280"/>
          </a:xfrm>
          <a:prstGeom prst="roundRect">
            <a:avLst>
              <a:gd name="adj" fmla="val 2432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2940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читать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29400" y="28346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Сигнатуры точны, но recall низкий — они и не должны ловить уклонение и новизну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обобщает: на novelty-holdout ловит невиданные семейства атак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для диплома: обучение оправдано там, где сигнатур недостаточно — это и есть ответ «зачем ML»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иллюстративны для типового прогона (эпизодный recall и FP пересчитываются на актуальном датасете скриптом research/train_model.py).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ЯЗЫКОВАЯ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— аналитик-объяснитель, а НЕ детектор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4632" y="1536192"/>
            <a:ext cx="6620256" cy="3018434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pic>
        <p:nvPicPr>
          <p:cNvPr id="5" name="Image 0" descr="/sessions/nice-tender-bohr/mnt/outputs/screenshot-1785221946200-ec98ba9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492240" cy="28904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600200"/>
            <a:ext cx="4297680" cy="4297680"/>
          </a:xfrm>
          <a:prstGeom prst="roundRect">
            <a:avLst>
              <a:gd name="adj" fmla="val 2128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4380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43800" y="219456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Ollama, qwen2.5:7b-instruct — данные никуда не уходят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инцидент отдаёт JSON: severity, TP/FP + confidence, нарратив, рекомендации, benign-объяснение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второе умение: пишет detection-правила под слепые зоны (с валидацией и анти-ликом)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Ollama → детерминированный фолбэк (severity по риску и сигналам)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реальный вывод модели по инциденту — источник llm:qwen2.5:7b-instruct, вердикт TP conf 0.7, нарратив по T1485/T1562 и рекомендованные действия. Обнаружение — это правила/UEBA/ML; LLM снимает рутину объяснения.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РАЗЛИЧИЕ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vs UEBA vs ML vs LLM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37360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03120" y="1691640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2848" y="1737360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4206240" cy="822960"/>
          </a:xfrm>
          <a:prstGeom prst="roundRect">
            <a:avLst>
              <a:gd name="adj" fmla="val 555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737360"/>
            <a:ext cx="4005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ловит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52560" y="169164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2288" y="1737360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78608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L0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2103120" y="2532888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2848" y="2578608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детермин. условия по полям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846320" y="2532888"/>
            <a:ext cx="42062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578608"/>
            <a:ext cx="4005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известные приёмы (секрет, merge без ревью)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9052560" y="2532888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2578608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описанное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3374136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419856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 L1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2103120" y="3374136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12848" y="3419856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нормы, скор новизны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4846320" y="3374136"/>
            <a:ext cx="4206240" cy="822960"/>
          </a:xfrm>
          <a:prstGeom prst="roundRect">
            <a:avLst>
              <a:gd name="adj" fmla="val 5556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419856"/>
            <a:ext cx="4005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отклонения: новый репо, ночь, всплеск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9052560" y="3374136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288" y="3419856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ложных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548640" y="4215384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261104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2103120" y="4215384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12848" y="4261104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 с учителем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4846320" y="4215384"/>
            <a:ext cx="42062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4261104"/>
            <a:ext cx="4005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уклонение и новизну лучше regex; обобщает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9052560" y="4215384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4261104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датасет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48640" y="5056632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5102352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2103120" y="5056632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12848" y="5102352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генеративный объяснитель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4846320" y="5056632"/>
            <a:ext cx="4206240" cy="822960"/>
          </a:xfrm>
          <a:prstGeom prst="roundRect">
            <a:avLst>
              <a:gd name="adj" fmla="val 5556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5102352"/>
            <a:ext cx="4005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ничего; объясняет инцидент, ставит TP/FP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9052560" y="5056632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2288" y="5102352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детектор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61E36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9436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голове: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 UEBA — глаза; корреляция — память; ML — доказательство пользы обучения; LLM — аналитик, написавший вывод.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·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Покрытие ATT&amp;CK — честный знаменатель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pic>
        <p:nvPicPr>
          <p:cNvPr id="5" name="Image 0" descr="/sessions/nice-tender-bohr/mnt/outputs/fx/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810512"/>
            <a:ext cx="5760720" cy="7424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" y="2679192"/>
            <a:ext cx="7443216" cy="3384194"/>
          </a:xfrm>
          <a:prstGeom prst="roundRect">
            <a:avLst>
              <a:gd name="adj" fmla="val 16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pic>
        <p:nvPicPr>
          <p:cNvPr id="7" name="Image 1" descr="/sessions/nice-tender-bohr/mnt/outputs/screenshot-1785221966575-0903d72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7315200" cy="325617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38160" y="2743200"/>
            <a:ext cx="3474720" cy="3063240"/>
          </a:xfrm>
          <a:prstGeom prst="roundRect">
            <a:avLst>
              <a:gd name="adj" fmla="val 2985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36676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не 100%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366760" y="32918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знаменатель — ВСЯ матрица (46 наблюдаемых техник), а не «атакованные»</a:t>
            </a:r>
            <a:endParaRPr lang="en-US" sz="11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закрыты правилами → 72%</a:t>
            </a:r>
            <a:endParaRPr lang="en-US" sz="11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честно горят как слепые зоны — очередь для detection engineering</a:t>
            </a:r>
            <a:endParaRPr lang="en-US" sz="11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метрика мерила бы саму себя (всегда 100%)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страница ATT&amp;CK Coverage — 72% · 46 техник в матрице · 33 покрыто · 13 слепых зон. Тот же честный знаменатель теперь и на дашборде, и на «Трендах».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·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Доля обнаруженных атак и время до обнаружения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(по эпизодам)</a:t>
            </a:r>
            <a:endParaRPr lang="en-US" sz="1300" dirty="0"/>
          </a:p>
        </p:txBody>
      </p:sp>
      <p:pic>
        <p:nvPicPr>
          <p:cNvPr id="6" name="Image 0" descr="/sessions/nice-tender-bohr/mnt/outputs/fx/det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4206240" cy="9089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6002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691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— время до обнаружения</a:t>
            </a:r>
            <a:endParaRPr lang="en-US" sz="1300" dirty="0"/>
          </a:p>
        </p:txBody>
      </p:sp>
      <p:pic>
        <p:nvPicPr>
          <p:cNvPr id="9" name="Image 1" descr="/sessions/nice-tender-bohr/mnt/outputs/fx/mt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57400"/>
            <a:ext cx="4937760" cy="5532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4632" y="2816352"/>
            <a:ext cx="7443216" cy="3384194"/>
          </a:xfrm>
          <a:prstGeom prst="roundRect">
            <a:avLst>
              <a:gd name="adj" fmla="val 16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pic>
        <p:nvPicPr>
          <p:cNvPr id="11" name="Image 2" descr="/sessions/nice-tender-bohr/mnt/outputs/screenshot-1785221991402-5b98eea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0360"/>
            <a:ext cx="7315200" cy="325617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458200" y="297180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64108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8641080" y="35753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обнаружено атак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458200" y="39776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641080" y="40690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8641080" y="45811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ATT&amp;CK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458200" y="498348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641080" y="5074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мин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8641080" y="55869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= доля размеченных эпизодов атаки, получивших ≥1 алерт от того же актора в окне эпизода. MTTD — медиана (t_alert − t_first) по эпизодам.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·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Доля ложных — честно, на уровне действенных инцидентов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pic>
        <p:nvPicPr>
          <p:cNvPr id="5" name="Image 0" descr="/sessions/nice-tender-bohr/mnt/outputs/fx/f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783080"/>
            <a:ext cx="3200400" cy="7598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«Действенный» инцидент — тот, что реально эскалируется аналитику: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pic>
        <p:nvPicPr>
          <p:cNvPr id="8" name="Image 1" descr="/sessions/nice-tender-bohr/mnt/outputs/fx/action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154680"/>
            <a:ext cx="9509760" cy="4517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397764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Сырой детект-FP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93192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2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75%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943600" y="3977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UEBA-микросигнал; со временем растёт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562856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456285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по всем инцидентам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931920" y="456285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2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выше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943600" y="456285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большинство — доброкач. шум ниже порога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5148072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" y="51480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по действенным инц.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931920" y="5148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правдоподобно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943600" y="514807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правило-бэкед или риск ≥ 0.6 → то, что важно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сырой FP — не дефект, а мотивация корреляции + триажа + авто-приглушения правила после 3 подтверждённых FP. Операционно важна точность на разобранных вердиктах аналитика.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СОДЕРЖИМОГО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определяется «секрет в коммите»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Энтропия Шеннона по токенам (высокая энтропия = похоже на ключ/токен):</a:t>
            </a:r>
            <a:endParaRPr lang="en-US" sz="1350" dirty="0"/>
          </a:p>
        </p:txBody>
      </p:sp>
      <p:pic>
        <p:nvPicPr>
          <p:cNvPr id="6" name="Image 0" descr="/sessions/nice-tender-bohr/mnt/outputs/fx/entro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783080"/>
            <a:ext cx="2926080" cy="8101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69748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0F152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8346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Secret-сигнатуры (как gitleaks/trufflehog)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gitlab_pat   glpat-[0-9A-Za-z_-]{20,}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aws_akia     AKIA[0-9A-Z]{16}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private_key  -----BEGIN ... PRIVATE KEY-----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         eyJ...\.[...]\.[...]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slack_token  xox[baprs]-...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github_pat   ghp_[0-9A-Za-z]{20,}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db_url       postgres://user:pass@...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26974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8346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Наблюдаемые признаки (честные фичи)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32461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shannon_entropy</a:t>
            </a:r>
            <a:pPr algn="l"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макс. энтропия токена ≥ 16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n_regex_hits</a:t>
            </a:r>
            <a:pPr algn="l"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сколько сигнатур сработало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filename_signal</a:t>
            </a:r>
            <a:pPr algn="l"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.env / .pem / secret в пути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b="1" dirty="0">
                <a:solidFill>
                  <a:srgbClr val="1B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placeholder_signal</a:t>
            </a:r>
            <a:pPr algn="l"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EXAMPLE/CHANGEME → НЕ инцидент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4652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видел бы и настоящий secret-scanner → это фичи, а не разметка.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ЗАЩИТЫ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Launcher: гоняем атаки и видим результат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4632" y="1536192"/>
            <a:ext cx="6986016" cy="3181198"/>
          </a:xfrm>
          <a:prstGeom prst="roundRect">
            <a:avLst>
              <a:gd name="adj" fmla="val 1725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pic>
        <p:nvPicPr>
          <p:cNvPr id="5" name="Image 0" descr="/sessions/nice-tender-bohr/mnt/outputs/screenshot-1785222075165-2a0dcbf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858000" cy="30531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60020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161E36"/>
          </a:solidFill>
          <a:ln/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1783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через журнал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863840" y="224028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240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75320" y="22128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«campaign» → очередь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289864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2898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75320" y="28712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исполняет от одного актора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63840" y="35570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3557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75320" y="35295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= техника ATT&amp;CK → действие GitLab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863840" y="421538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4215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75320" y="4187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ловит, коррелятор собирает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63840" y="48737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0" y="4873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275320" y="4846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результата: детекты, инциденты, время (ЧЧ:ММ)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сценариев кампаний. Профиль уклонения (noisy / stealthy / adaptive) и темп (быстро / реалистично / медленно) — задают тайминг, но не наблюдаемость. Живая панель отвечает на «а сработал ли детект».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РЕАЛИЗМ МИРА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Виртуальное время и профили уклонения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времени — чтобы за минуты проходили «дни» работы отдела:</a:t>
            </a:r>
            <a:endParaRPr lang="en-US" sz="1350" dirty="0"/>
          </a:p>
        </p:txBody>
      </p:sp>
      <p:pic>
        <p:nvPicPr>
          <p:cNvPr id="6" name="Image 0" descr="/sessions/nice-tender-bohr/mnt/outputs/fx/time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874520"/>
            <a:ext cx="4846320" cy="5705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9718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971800"/>
            <a:ext cx="118872" cy="658368"/>
          </a:xfrm>
          <a:prstGeom prst="roundRect">
            <a:avLst>
              <a:gd name="adj" fmla="val 30769"/>
            </a:avLst>
          </a:pr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9718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926080" y="297180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и явно — шаги подряд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3703320"/>
            <a:ext cx="118872" cy="658368"/>
          </a:xfrm>
          <a:prstGeom prst="roundRect">
            <a:avLst>
              <a:gd name="adj" fmla="val 30769"/>
            </a:avLst>
          </a:prstGeom>
          <a:solidFill>
            <a:srgbClr val="0E7C86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7033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stealthy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926080" y="370332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low-and-slow, длинные паузы между шагами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434840"/>
            <a:ext cx="118872" cy="658368"/>
          </a:xfrm>
          <a:prstGeom prst="roundRect">
            <a:avLst>
              <a:gd name="adj" fmla="val 30769"/>
            </a:avLst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4348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926080" y="443484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пропускает техники, которые защита уже ловит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51663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5166360"/>
            <a:ext cx="118872" cy="658368"/>
          </a:xfrm>
          <a:prstGeom prst="roundRect">
            <a:avLst>
              <a:gd name="adj" fmla="val 30769"/>
            </a:avLst>
          </a:prstGeom>
          <a:solidFill>
            <a:srgbClr val="DC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1663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dwell time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926080" y="516636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растягивание кампании на дни/недели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это влияет только на тайминг и порядок шагов — детектор по-прежнему видит лишь сырые наблюдаемые действия. Ночь и выходные в мире проматываются мгновенно.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И ВОСПРОИЗВОДИМОСТЬ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наборов проверок · python run_tests.py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9339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288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13969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модули компилируются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9339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8288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unit-detector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2008" y="213969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 скоринг на синтетике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926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07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27614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selftest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072384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сквозная работа + цикл команда→кампания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2670048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926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907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22008" y="27614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antileak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22008" y="3072384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разметка не просочилась в фичи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85876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36941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realmon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005072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 руками → обнаружен → инцидент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3602736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385876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22008" y="36941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llm-fallback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22008" y="4005072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триаж работает и без модели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535424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479145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773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5568" y="46268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15568" y="4937760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пары текст/фон держат WCAG 2.1 AA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55080" y="4535424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5F6FB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C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37960" y="479145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4773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22008" y="46268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a11y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22008" y="4937760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2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клавиатура, роли, семантика + перевод RU/EN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55321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61E36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зелёное. 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интерфейса требуют Node + jsdom; без них помечаются пропущенными, а не проваленными. Автономный режим (SOC_OFFLINE) — работа без GitLab и сети. Идентификаторы инцидентов детерминированы → воспроизводимость.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840480"/>
            <a:ext cx="5943600" cy="5943600"/>
          </a:xfrm>
          <a:prstGeom prst="ellipse">
            <a:avLst/>
          </a:prstGeom>
          <a:solidFill>
            <a:srgbClr val="161E3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честно показывает: вредоносную активность в процессе разработки можно поймать без разметки.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3134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Многослойность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точные правила (ATT&amp;CK) + поведенческий UEBA + корреляция в инциденты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09067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анти-лик, покрытие по всей матрице (72%), FP по действенным инцидентам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31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86791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как доказательство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обучение бьёт сигнатуры на уклонении и новизне при том же бюджете FP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64515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как аналитик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объяснимый триаж и авторство правил; система работает и без модели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62356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E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623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Прогон: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29 510 событий · 53 алерта · 41 инцидент · 9 кампаний · 38 правил · покрытие 72% · MTTD 0.9 мин · 8/8 тестов зелёные.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2026-07-28T07:18:22Z</dcterms:created>
  <dcterms:modified xsi:type="dcterms:W3CDTF">2026-07-28T07:18:22Z</dcterms:modified>
</cp:coreProperties>
</file>